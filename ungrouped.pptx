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515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0" autoAdjust="0"/>
    <p:restoredTop sz="94660"/>
  </p:normalViewPr>
  <p:slideViewPr>
    <p:cSldViewPr snapToGrid="0">
      <p:cViewPr varScale="1">
        <p:scale>
          <a:sx n="62" d="100"/>
          <a:sy n="62" d="100"/>
        </p:scale>
        <p:origin x="54" y="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1D811D-B80C-4604-B6E0-482DA91C04AA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78D341-54DD-4963-8126-EACB3E8CF7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7567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笹生先生の授業では、「良い文章とは」ということをテーマに</a:t>
            </a:r>
            <a:endParaRPr kumimoji="1" lang="en-US" altLang="ja-JP" dirty="0"/>
          </a:p>
          <a:p>
            <a:r>
              <a:rPr kumimoji="1" lang="ja-JP" altLang="en-US" dirty="0"/>
              <a:t>学生が輝く人を見つけ調査し、記事をかくという授業を展開しています。</a:t>
            </a:r>
            <a:endParaRPr kumimoji="1" lang="en-US" altLang="ja-JP" dirty="0"/>
          </a:p>
          <a:p>
            <a:r>
              <a:rPr kumimoji="1" lang="ja-JP" altLang="en-US" dirty="0"/>
              <a:t>この記事は実際に本学の</a:t>
            </a:r>
            <a:r>
              <a:rPr kumimoji="1" lang="en-US" altLang="ja-JP" dirty="0"/>
              <a:t>HP</a:t>
            </a:r>
            <a:r>
              <a:rPr kumimoji="1" lang="ja-JP" altLang="en-US" dirty="0"/>
              <a:t>がかかえるヘッドラインにて公開中です！</a:t>
            </a:r>
            <a:endParaRPr kumimoji="1" lang="en-US" altLang="ja-JP" dirty="0"/>
          </a:p>
          <a:p>
            <a:r>
              <a:rPr kumimoji="1" lang="ja-JP" altLang="en-US" dirty="0"/>
              <a:t>では、笹生先生、よろしくお願いします。</a:t>
            </a:r>
            <a:br>
              <a:rPr kumimoji="1" lang="en-US" altLang="ja-JP" dirty="0"/>
            </a:b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4533813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3A02B0-4CE3-D44A-F55A-B32FB52058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3177653-2F77-F8E4-5C04-0D4EE94254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630F39-F192-7459-3997-5C78CE0B8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8BCD7-45BD-4414-88B6-2D26B93073F2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95781F0-7C7E-A574-4FCA-1ECC39FAC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C621E3-AC1B-1615-0410-91A4BB028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EF8AE-3E0C-4F9E-8BF4-3F06E91FC5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1266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6754C2-2D74-7691-2FD3-9DC93B3AC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DB351C-2EFA-A73D-D91F-0B0AE7258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061640-118C-47F1-D4CE-0B1E03D35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8BCD7-45BD-4414-88B6-2D26B93073F2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2DEBD09-ECFE-9E1D-789C-BB689BCD0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7FBEC1B-6366-B824-3E12-B98F57C6F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EF8AE-3E0C-4F9E-8BF4-3F06E91FC5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1510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8C176A-77DD-AC4C-30A6-9F126BD36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348DF30-4A7B-B0D6-C5C4-E300AAD67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904744-79A4-ECAE-617C-3B192DE55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8BCD7-45BD-4414-88B6-2D26B93073F2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E69FBE-55B7-A1B4-73C4-6B1A6278F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012FE8-A5BC-C341-801E-450C4FD1C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EF8AE-3E0C-4F9E-8BF4-3F06E91FC5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0862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C4936C-8AD5-ACE3-8F40-FD742DAA9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AD9606-C862-644B-99F4-C0F55050E9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4CAA4C6-2B14-7D67-2713-F22F135555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D217E47-3D2B-2704-09B9-CF2F1F185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8BCD7-45BD-4414-88B6-2D26B93073F2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A3069D5-5646-3D1F-C1AD-FAAD9EA7A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467DF85-D48F-5018-5378-1AA5DE73F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EF8AE-3E0C-4F9E-8BF4-3F06E91FC5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038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49F1C7-92E0-0F51-5512-F6B34B8B6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001984E-E9C1-9E4A-D25F-B023E2CE8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01C48FA-3D22-9E19-BA7E-EDF5983E6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7C1F082-8BED-A0FC-C791-1A916E0D4F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CB2B97A-BCD9-CA59-086A-8920D93888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3DC26A3-26A9-EE6B-FB29-C7222E168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8BCD7-45BD-4414-88B6-2D26B93073F2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B7DF7B6-B857-0079-0C0A-519CAF1AF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F8998C0-EF08-08A4-80A1-891397B4D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EF8AE-3E0C-4F9E-8BF4-3F06E91FC5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0936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842BE9-5BF9-E171-7774-872E78943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C6D9756-DA67-9C7A-A3F4-FA2A49ACA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8BCD7-45BD-4414-88B6-2D26B93073F2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88BE351-9659-32EF-CC0D-36517E06A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1FD75F6-3EC4-6648-1E12-5429DB797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EF8AE-3E0C-4F9E-8BF4-3F06E91FC5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4358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B299103-9037-46B9-F5E4-58793F619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8BCD7-45BD-4414-88B6-2D26B93073F2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3EC610C-0F29-C157-0BEB-67E7F2752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AEEF5E6-F954-9E8C-B660-ED88F91D7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EF8AE-3E0C-4F9E-8BF4-3F06E91FC5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8684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B27DCA-E4E8-4DCC-2F97-F2115FD04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46E9B7D-42DE-3FD9-97AB-47AEF12B0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2A24B0E-BB4B-AAD3-1935-C898EA0B48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C25406F-91E4-1D04-AF28-6DC102BE8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8BCD7-45BD-4414-88B6-2D26B93073F2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88F66FA-DDE9-8FCA-2DE5-75B203695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86A3619-12CA-F80C-0AA2-B6A284968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EF8AE-3E0C-4F9E-8BF4-3F06E91FC5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868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599637-E133-C6AE-292D-934E8B7ED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A2278C9-1043-A792-7A3F-C48BCD3A47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C27E1CE-D4BA-50CC-D00A-7963AB93E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501A35C-1415-F8F9-17EA-96B8D51E0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8BCD7-45BD-4414-88B6-2D26B93073F2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E918447-699B-993D-67D2-E040942F9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1E6517B-F83E-630D-0EF6-64A32A3A9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EF8AE-3E0C-4F9E-8BF4-3F06E91FC5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0002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FC8A3A-A9F2-5945-B8C8-730A2DA1C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5F2BAEF-FA84-B860-761C-2EF47C4BFA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431434-A539-2704-B2C9-1C4159CE7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8BCD7-45BD-4414-88B6-2D26B93073F2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30C858E-282C-1A23-B199-4B971E077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946FFE4-50EA-F404-3849-0211350AD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EF8AE-3E0C-4F9E-8BF4-3F06E91FC5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3285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130A6B7-4E89-DF34-ABE3-CA38BAFEC1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39A27E8-C0DA-E37F-A15F-EEE4878FA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58F28A-097D-C073-E6E0-6CE3ACBA5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8BCD7-45BD-4414-88B6-2D26B93073F2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8D35AF-7FFC-8577-38BB-0BEB2034A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131C5A-1468-8C7C-475B-17E657CE0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EF8AE-3E0C-4F9E-8BF4-3F06E91FC5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50104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5532305-88FC-0E77-B9C1-76019A4C0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072FD2F-1F49-7D26-1DDA-CC4A9CD5E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9251583-A610-C587-7AD8-EDCC350848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98BCD7-45BD-4414-88B6-2D26B93073F2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35820E-DF40-4DC5-21A7-D931ADBDC1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397D80-3B54-B46C-E4D8-D34DBC752A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EEF8AE-3E0C-4F9E-8BF4-3F06E91FC5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2623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svg"/><Relationship Id="rId6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0B9BC76C-2062-CC8E-B618-B6ABC0A136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7131" y="174492"/>
            <a:ext cx="3628349" cy="6465236"/>
          </a:xfrm>
          <a:prstGeom prst="rect">
            <a:avLst/>
          </a:prstGeom>
        </p:spPr>
      </p:pic>
      <p:pic>
        <p:nvPicPr>
          <p:cNvPr id="5" name="図 4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7FCE25E1-E3F7-2400-96AD-B080420799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0087" y="218272"/>
            <a:ext cx="3399749" cy="6639728"/>
          </a:xfrm>
          <a:prstGeom prst="rect">
            <a:avLst/>
          </a:prstGeom>
        </p:spPr>
      </p:pic>
      <p:pic>
        <p:nvPicPr>
          <p:cNvPr id="7" name="グラフィックス 6" descr="拡大鏡 単色塗りつぶし">
            <a:extLst>
              <a:ext uri="{FF2B5EF4-FFF2-40B4-BE49-F238E27FC236}">
                <a16:creationId xmlns:a16="http://schemas.microsoft.com/office/drawing/2014/main" id="{BBE68AA9-D3BA-A168-1540-EC90D445E8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33361" y="276524"/>
            <a:ext cx="820756" cy="820756"/>
          </a:xfrm>
          <a:prstGeom prst="rect">
            <a:avLst/>
          </a:prstGeom>
        </p:spPr>
      </p:pic>
      <p:pic>
        <p:nvPicPr>
          <p:cNvPr id="4" name="図 3" descr="本棚の前に立つ男性&#10;&#10;AI 生成コンテンツは誤りを含む可能性があります。">
            <a:extLst>
              <a:ext uri="{FF2B5EF4-FFF2-40B4-BE49-F238E27FC236}">
                <a16:creationId xmlns:a16="http://schemas.microsoft.com/office/drawing/2014/main" id="{B1B99219-037F-A0AA-7D91-16C44C15134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035" y="3054364"/>
            <a:ext cx="5065758" cy="3378343"/>
          </a:xfrm>
          <a:prstGeom prst="rect">
            <a:avLst/>
          </a:prstGeom>
        </p:spPr>
      </p:pic>
      <p:sp>
        <p:nvSpPr>
          <p:cNvPr id="8" name="角丸四角形 7">
            <a:extLst>
              <a:ext uri="{FF2B5EF4-FFF2-40B4-BE49-F238E27FC236}">
                <a16:creationId xmlns:a16="http://schemas.microsoft.com/office/drawing/2014/main" id="{1457F846-AEC7-2EAA-C03A-28457FE3375C}"/>
              </a:ext>
            </a:extLst>
          </p:cNvPr>
          <p:cNvSpPr/>
          <p:nvPr/>
        </p:nvSpPr>
        <p:spPr>
          <a:xfrm>
            <a:off x="165182" y="179788"/>
            <a:ext cx="5913120" cy="1014228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ja-JP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游ゴシック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FB36A00-5537-6530-09D4-E902550EA640}"/>
              </a:ext>
            </a:extLst>
          </p:cNvPr>
          <p:cNvSpPr txBox="1"/>
          <p:nvPr/>
        </p:nvSpPr>
        <p:spPr>
          <a:xfrm>
            <a:off x="426843" y="425293"/>
            <a:ext cx="5234940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ja-JP" altLang="en-US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GSSoeiKakugothicUB" panose="020B0900000000000000" pitchFamily="34" charset="-128"/>
                <a:ea typeface="HGSSoeiKakugothicUB" panose="020B0900000000000000" pitchFamily="34" charset="-128"/>
                <a:sym typeface="游ゴシック"/>
              </a:rPr>
              <a:t>東京女子体育大学</a:t>
            </a:r>
            <a:r>
              <a:rPr kumimoji="0" lang="en-US" altLang="ja-JP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GSSoeiKakugothicUB" panose="020B0900000000000000" pitchFamily="34" charset="-128"/>
                <a:ea typeface="HGSSoeiKakugothicUB" panose="020B0900000000000000" pitchFamily="34" charset="-128"/>
                <a:sym typeface="游ゴシック"/>
              </a:rPr>
              <a:t> HEAD</a:t>
            </a:r>
            <a:r>
              <a:rPr lang="en-US" altLang="ja-JP" sz="2800" dirty="0">
                <a:latin typeface="HGSSoeiKakugothicUB" panose="020B0900000000000000" pitchFamily="34" charset="-128"/>
                <a:ea typeface="HGSSoeiKakugothicUB" panose="020B0900000000000000" pitchFamily="34" charset="-128"/>
              </a:rPr>
              <a:t>LINE</a:t>
            </a:r>
            <a:endParaRPr kumimoji="0" lang="en-US" altLang="ja-JP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GSSoeiKakugothicUB" panose="020B0900000000000000" pitchFamily="34" charset="-128"/>
              <a:ea typeface="HGSSoeiKakugothicUB" panose="020B0900000000000000" pitchFamily="34" charset="-128"/>
              <a:sym typeface="游ゴシック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90B7D40-4D98-EB3E-FC33-187D4B68DF27}"/>
              </a:ext>
            </a:extLst>
          </p:cNvPr>
          <p:cNvSpPr txBox="1"/>
          <p:nvPr/>
        </p:nvSpPr>
        <p:spPr>
          <a:xfrm>
            <a:off x="0" y="1638000"/>
            <a:ext cx="7307580" cy="1200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ja-JP" altLang="en-US" sz="2400" b="1">
                <a:solidFill>
                  <a:schemeClr val="bg1"/>
                </a:solidFill>
                <a:highlight>
                  <a:srgbClr val="000080"/>
                </a:highlight>
              </a:rPr>
              <a:t>　学生が自ら「大学で輝いている人」を探し、</a:t>
            </a:r>
            <a:endParaRPr lang="en-US" altLang="ja-JP" sz="2400" b="1" dirty="0">
              <a:solidFill>
                <a:schemeClr val="bg1"/>
              </a:solidFill>
              <a:highlight>
                <a:srgbClr val="000080"/>
              </a:highlight>
            </a:endParaRP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ja-JP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0080"/>
                </a:highlight>
                <a:uFillTx/>
                <a:latin typeface="+mj-lt"/>
                <a:ea typeface="+mj-ea"/>
                <a:cs typeface="+mj-cs"/>
                <a:sym typeface="游ゴシック"/>
              </a:rPr>
              <a:t>　インタビューなど行い、</a:t>
            </a:r>
            <a:endParaRPr kumimoji="0" lang="en-US" altLang="ja-JP" sz="2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highlight>
                <a:srgbClr val="000080"/>
              </a:highlight>
              <a:uFillTx/>
              <a:latin typeface="+mj-lt"/>
              <a:ea typeface="+mj-ea"/>
              <a:cs typeface="+mj-cs"/>
              <a:sym typeface="游ゴシック"/>
            </a:endParaRP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ja-JP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0080"/>
                </a:highlight>
                <a:uFillTx/>
                <a:latin typeface="+mj-lt"/>
                <a:ea typeface="+mj-ea"/>
                <a:cs typeface="+mj-cs"/>
                <a:sym typeface="游ゴシック"/>
              </a:rPr>
              <a:t>　実際の記事にしていきます！！　</a:t>
            </a:r>
          </a:p>
        </p:txBody>
      </p:sp>
    </p:spTree>
    <p:extLst>
      <p:ext uri="{BB962C8B-B14F-4D97-AF65-F5344CB8AC3E}">
        <p14:creationId xmlns:p14="http://schemas.microsoft.com/office/powerpoint/2010/main" val="832323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</Words>
  <Application>Microsoft Office PowerPoint</Application>
  <PresentationFormat>ワイド画面</PresentationFormat>
  <Paragraphs>8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HGSSoeiKakugothicUB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佐藤愛子</dc:creator>
  <cp:lastModifiedBy>佐藤愛子</cp:lastModifiedBy>
  <cp:revision>1</cp:revision>
  <dcterms:created xsi:type="dcterms:W3CDTF">2026-05-16T12:16:12Z</dcterms:created>
  <dcterms:modified xsi:type="dcterms:W3CDTF">2026-05-16T12:16:19Z</dcterms:modified>
</cp:coreProperties>
</file>